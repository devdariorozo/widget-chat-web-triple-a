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9" r:id="rId4"/>
    <p:sldId id="264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B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1836" y="10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5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7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5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4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2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0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8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6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2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7912C-9D73-41F0-A159-D3479230BD0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3A550-E962-4633-A748-FE9F3035B2C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7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LOGO DEL SISTEMA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 define logo del sistema y se </a:t>
            </a:r>
            <a:r>
              <a:rPr lang="es-CO" dirty="0"/>
              <a:t>guarda como </a:t>
            </a:r>
            <a:r>
              <a:rPr lang="es-CO" dirty="0" smtClean="0"/>
              <a:t>widget.png </a:t>
            </a:r>
            <a:r>
              <a:rPr lang="es-CO" dirty="0" smtClean="0"/>
              <a:t>en </a:t>
            </a:r>
            <a:r>
              <a:rPr lang="es-CO" dirty="0"/>
              <a:t>la </a:t>
            </a:r>
            <a:r>
              <a:rPr lang="es-CO" dirty="0" smtClean="0"/>
              <a:t>ruta:</a:t>
            </a:r>
            <a:br>
              <a:rPr lang="es-CO" dirty="0" smtClean="0"/>
            </a:br>
            <a:r>
              <a:rPr lang="en-US" dirty="0" smtClean="0"/>
              <a:t>v1/assets/images/</a:t>
            </a:r>
            <a:r>
              <a:rPr lang="en-US" dirty="0" err="1" smtClean="0"/>
              <a:t>imagen-corporativa</a:t>
            </a:r>
            <a:r>
              <a:rPr lang="en-US" dirty="0" smtClean="0"/>
              <a:t>/widget.png</a:t>
            </a:r>
            <a:endParaRPr lang="en-US" dirty="0"/>
          </a:p>
        </p:txBody>
      </p:sp>
      <p:pic>
        <p:nvPicPr>
          <p:cNvPr id="4" name="Picture 2" descr="Triple A S.A E.S.P on X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97" t="36564" r="12322" b="44256"/>
          <a:stretch/>
        </p:blipFill>
        <p:spPr bwMode="auto">
          <a:xfrm>
            <a:off x="4120860" y="3367707"/>
            <a:ext cx="1828800" cy="18288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21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LOGO DEL SISTEMA → PEQUEÑO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 define </a:t>
            </a:r>
            <a:r>
              <a:rPr lang="es-CO" dirty="0" smtClean="0"/>
              <a:t>el logo </a:t>
            </a:r>
            <a:r>
              <a:rPr lang="es-CO" dirty="0" smtClean="0"/>
              <a:t>pequeño del sistema y se </a:t>
            </a:r>
            <a:r>
              <a:rPr lang="es-CO" dirty="0"/>
              <a:t>guarda como logo_sistema_sm.png </a:t>
            </a:r>
            <a:r>
              <a:rPr lang="es-CO" dirty="0" smtClean="0"/>
              <a:t>en </a:t>
            </a:r>
            <a:r>
              <a:rPr lang="es-CO" dirty="0"/>
              <a:t>la </a:t>
            </a:r>
            <a:r>
              <a:rPr lang="es-CO" dirty="0" smtClean="0"/>
              <a:t>ruta:</a:t>
            </a:r>
            <a:br>
              <a:rPr lang="es-CO" dirty="0" smtClean="0"/>
            </a:br>
            <a:r>
              <a:rPr lang="en-US" dirty="0" smtClean="0"/>
              <a:t>v1/assets/images/</a:t>
            </a:r>
            <a:r>
              <a:rPr lang="en-US" dirty="0" err="1" smtClean="0"/>
              <a:t>imagen-corporativa</a:t>
            </a:r>
            <a:r>
              <a:rPr lang="en-US" dirty="0" smtClean="0"/>
              <a:t>/logo_sistema_sm.png</a:t>
            </a:r>
            <a:endParaRPr lang="en-US" dirty="0"/>
          </a:p>
        </p:txBody>
      </p:sp>
      <p:pic>
        <p:nvPicPr>
          <p:cNvPr id="2050" name="Picture 2" descr="https://chatcrmwhatsappaaaof.rpagroupcos.com/img/gir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4001294"/>
            <a:ext cx="1561306" cy="156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77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FAVICON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 define favicon.png </a:t>
            </a:r>
            <a:r>
              <a:rPr lang="es-CO" dirty="0"/>
              <a:t>en la ruta:</a:t>
            </a:r>
            <a:br>
              <a:rPr lang="es-CO" dirty="0"/>
            </a:br>
            <a:r>
              <a:rPr lang="en-US" dirty="0"/>
              <a:t>v1/assets/images/</a:t>
            </a:r>
            <a:r>
              <a:rPr lang="en-US" dirty="0" err="1"/>
              <a:t>imagen-corporativa</a:t>
            </a:r>
            <a:r>
              <a:rPr lang="en-US" dirty="0"/>
              <a:t>/favicon.png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 descr="https://chatcrmwhatsappaaaof.rpagroupcos.com/img/gir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3518694"/>
            <a:ext cx="1561306" cy="156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78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FONDO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s-CO" dirty="0" smtClean="0"/>
              <a:t>Se define el fondo de la pagina y se </a:t>
            </a:r>
            <a:r>
              <a:rPr lang="es-CO" dirty="0"/>
              <a:t>guarda como </a:t>
            </a:r>
            <a:r>
              <a:rPr lang="es-CO" dirty="0" smtClean="0"/>
              <a:t>fondo.png en </a:t>
            </a:r>
            <a:r>
              <a:rPr lang="es-CO" dirty="0"/>
              <a:t>la </a:t>
            </a:r>
            <a:r>
              <a:rPr lang="es-CO" dirty="0" smtClean="0"/>
              <a:t>ruta:</a:t>
            </a:r>
            <a:br>
              <a:rPr lang="es-CO" dirty="0" smtClean="0"/>
            </a:br>
            <a:r>
              <a:rPr lang="en-US" dirty="0" smtClean="0"/>
              <a:t>v1\assets\images\</a:t>
            </a:r>
            <a:r>
              <a:rPr lang="en-US" dirty="0" err="1" smtClean="0"/>
              <a:t>imagen-corporativa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415" y="2785428"/>
            <a:ext cx="5963482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01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WIDGET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 define widget.png en </a:t>
            </a:r>
            <a:r>
              <a:rPr lang="es-CO" dirty="0"/>
              <a:t>la ruta:</a:t>
            </a:r>
            <a:br>
              <a:rPr lang="es-CO" dirty="0"/>
            </a:br>
            <a:r>
              <a:rPr lang="en-US" dirty="0"/>
              <a:t>v1\assets\images\</a:t>
            </a:r>
            <a:r>
              <a:rPr lang="en-US" dirty="0" err="1"/>
              <a:t>imagen-corporativa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Thomas Greg &amp; S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815" y="327295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05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PERFIL DEL USUARIO → AVATAR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Se define perfil por defecto del usuario y se </a:t>
            </a:r>
            <a:r>
              <a:rPr lang="es-CO" dirty="0"/>
              <a:t>guarda como usuario_sistema.png </a:t>
            </a:r>
            <a:r>
              <a:rPr lang="es-CO" dirty="0" smtClean="0"/>
              <a:t>en </a:t>
            </a:r>
            <a:r>
              <a:rPr lang="es-CO" dirty="0"/>
              <a:t>la </a:t>
            </a:r>
            <a:r>
              <a:rPr lang="es-CO" dirty="0" smtClean="0"/>
              <a:t>ruta:</a:t>
            </a:r>
            <a:br>
              <a:rPr lang="es-CO" dirty="0" smtClean="0"/>
            </a:br>
            <a:r>
              <a:rPr lang="en-US" dirty="0"/>
              <a:t>v1\assets\images\</a:t>
            </a:r>
            <a:r>
              <a:rPr lang="en-US" dirty="0" err="1"/>
              <a:t>imagen-corporativa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1" t="20570" r="36709" b="53445"/>
          <a:stretch/>
        </p:blipFill>
        <p:spPr>
          <a:xfrm>
            <a:off x="5686507" y="4001294"/>
            <a:ext cx="818986" cy="811033"/>
          </a:xfrm>
          <a:prstGeom prst="flowChartConnector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1" t="20570" r="36709" b="53445"/>
          <a:stretch/>
        </p:blipFill>
        <p:spPr>
          <a:xfrm>
            <a:off x="3525078" y="4193450"/>
            <a:ext cx="818986" cy="811033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35099990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92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LOGO DEL SISTEMA</vt:lpstr>
      <vt:lpstr>LOGO DEL SISTEMA → PEQUEÑO</vt:lpstr>
      <vt:lpstr>FAVICON</vt:lpstr>
      <vt:lpstr>FONDO</vt:lpstr>
      <vt:lpstr>WIDGET</vt:lpstr>
      <vt:lpstr>PERFIL DEL USUARIO → AVATAR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Ramón Dario</dc:creator>
  <cp:lastModifiedBy>Ramón Dario Rozo Torres</cp:lastModifiedBy>
  <cp:revision>49</cp:revision>
  <dcterms:created xsi:type="dcterms:W3CDTF">2023-07-17T16:35:06Z</dcterms:created>
  <dcterms:modified xsi:type="dcterms:W3CDTF">2025-11-21T23:01:36Z</dcterms:modified>
</cp:coreProperties>
</file>